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Pinch/PRESS slide commented out pending patent approval
&lt;!-- _class: small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Navigator N-06: This slide is dense — consider splitting into two for
     presentations: (a) "Three layers, one API" with the architecture diagram and
     WHO USES WHAT table, (b) "Write path: validate, write, recompile, audit"
     with the write path details. The audience absorbs architecture and write
     semantics better as two separate concepts.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clawc</dc:title>
  <dc:subject>PptxGenJS Presentation</dc:subject>
  <dc:creator>Created by Marp</dc:creator>
  <cp:lastModifiedBy>Created by Marp</cp:lastModifiedBy>
  <cp:revision>1</cp:revision>
  <dcterms:created xsi:type="dcterms:W3CDTF">2026-04-16T18:04:56Z</dcterms:created>
  <dcterms:modified xsi:type="dcterms:W3CDTF">2026-04-16T18:04:56Z</dcterms:modified>
</cp:coreProperties>
</file>