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 R2 Deferrals
The following R1 items were deliberately deferred to preserve deck accessibility and avoid slide inflation. They are stylistic, framing, or beyond the deck's audience scope:
- founder N2: Move "the work is in the contracts, not the code" framing earlier in the deck (slide 1 or 2). Deferred — the line still lands on slides 13 and 19.
- founder N4: Weave "Compile once. Enforce everywhere. Audit end-to-end." into section titles. Deferred — partial (title + closing reinforce it).
- ciso W4: Elevate R5 non-overridability to its own bullet on slide 4. Deferred — addressed inline on slides 4, 9, 12.
- ciso note about A2A / kill switch / SIEM mapping / OBO: Deferred — beyond integration-deck scope; belongs in a CISO-targeted compliance brief.
- clawpilot-product W5: Open-ended `LockOwnerKind` branded type note. Partially addressed via "lock owner kinds open-ended" line on slide 10.
- aether W5: Diagram-relocation of decision-matrix annotation between Bridge and Registry rows on slide 4. Deferred — matrix is now captioned "(see slide 9)" to indicate it's not bridge-enforced.
- lobster W3: Caption sim timeline as "illustrative on fixtures/golden". Deferred — sim slide already includes that fixture column and the parity-check output below clarifies the sampling nature.
- lobster W7 / N2: Sim divergence-report `--lens` footnote and `clawc fleet api-mode` measurement tool. Deferred — partial (fleet api-mode added on slide 10).
- founder W1: "M365-first" title critique. Addressed via retitling to "clawc integrates with M365 Copilot" (subject-verb-object).
- founder W3: "release" ambiguity. Addressed via "~2 months to Horus close".
- founder N3 / clawpilot-product N3: Typographic elevation (callout boxes, visual hierarchy). Deferred — textual callout box added on slide 15; full visual redesign is out of scope for R2.
All Major and share-blocking Warning items are applied in-deck.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clawc integrates with M365 Copilot</dc:title>
  <dc:subject>PptxGenJS Presentation</dc:subject>
  <dc:creator>Created by Marp</dc:creator>
  <cp:lastModifiedBy>Created by Marp</cp:lastModifiedBy>
  <cp:revision>1</cp:revision>
  <dcterms:created xsi:type="dcterms:W3CDTF">2026-04-17T02:18:45Z</dcterms:created>
  <dcterms:modified xsi:type="dcterms:W3CDTF">2026-04-17T02:18:45Z</dcterms:modified>
</cp:coreProperties>
</file>